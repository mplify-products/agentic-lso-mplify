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 AI and ASR in the Mplify project portfolio. Twenty-five projects are open today and a further twenty are planned; fourteen carry an AI or ASR scope (9 AI, 4 ASR, 1 both). Portfolio snapshot, September 202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urteen projects with an AI or ASR scope, listed with their Mplify document number where assigned: 01 Adapter Interface Contract for Modular Network Management, AI. 02 Agentic LSO for ASR, AI. 03 Agentic LSO Reference Architecture and Blueprints, Mplify W192, AI. 04 Agentic Management of Enterprise-Service Provider Cybersecurity Interactions, AI. 05 AI Agent Communication Protocols and Service Provider Requirements, AI. 06 AI Edge Data Center Power and Cooling Service Attributes, AI. 07 Automated Business Federation, AI and ASR. 08 Class of Service for Carrier Ethernet, Mplify W23.3, AI. 09 NaaS for AI Use Cases and Business Requirements - Inference, AI. 10 NaaS for AI Use Cases and Business Requirements - Training, Mplify W187, AI. 11 Product Inventory API and Developer Guide - Update, Mplify W116.2, ASR. 12 Product Inventory BRUCs - Update, Mplify W81.1, ASR. 13 Product Order API and Developer Guide, Mplify W123.2, ASR. 14 Product Order BRUCs, Mplify W57.3, AS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ASR in the Mplify project portfolio</dc:title>
  <dc:subject>Mplify project portfolio - projects with an AI or ASR scope</dc:subject>
  <dc:creator>Mplify Alliance</dc:creator>
  <cp:keywords/>
  <dc:description>Rendered from mplify_ai_asr_projects.html. Slides are full-bleed images so the deck's embedded Sansation and Roboto reproduce exactly on any machine. Edit the HTML and re-export to change content.</dc:description>
  <cp:lastModifiedBy>Steve Canny</cp:lastModifiedBy>
  <cp:revision>1</cp:revision>
  <dcterms:created xsi:type="dcterms:W3CDTF">2013-01-27T09:14:16Z</dcterms:created>
  <dcterms:modified xsi:type="dcterms:W3CDTF">2013-01-27T09:15:58Z</dcterms:modified>
  <cp:category/>
</cp:coreProperties>
</file>